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tlruEwSnrdCRjzwTCqDJT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Quizzy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FC6D6"/>
                </a:solidFill>
              </a:defRPr>
            </a:pPr>
            <a:r>
              <a:t>Веб-приложение для проведения викторин в реальном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Работоспособный MVP для организаторов и участников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Стек: React, Node.js, PostgreSQL, Prisma, Socket.IO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Запуск: Docker Compose одной командой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35580" y="6355080"/>
            <a:ext cx="13773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rPr dirty="0" err="1"/>
              <a:t>Автор</a:t>
            </a:r>
            <a:r>
              <a:rPr dirty="0"/>
              <a:t>: </a:t>
            </a:r>
            <a:r>
              <a:rPr lang="ru-RU" dirty="0"/>
              <a:t>Алимов </a:t>
            </a:r>
            <a:r>
              <a:rPr lang="ru-RU" dirty="0" err="1"/>
              <a:t>Ирфан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Проблема и 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Нужен удобный инструмент для проведения квизов в обучении, мероприятиях и командной работе.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Цель проекта: создать MVP, в котором организатор запускает квиз, а участники проходят его в реальном времени.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Фокус: простота подключения, синхронность показа вопросов и прозрачный лидерборд.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Выбранный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4572000"/>
          </a:xfrm>
          <a:prstGeom prst="roundRect">
            <a:avLst/>
          </a:prstGeom>
          <a:solidFill>
            <a:srgbClr val="121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9632" y="1645920"/>
            <a:ext cx="5349240" cy="4572000"/>
          </a:xfrm>
          <a:prstGeom prst="roundRect">
            <a:avLst/>
          </a:prstGeom>
          <a:solidFill>
            <a:srgbClr val="121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rPr dirty="0"/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React + Vite + TypeScript</a:t>
            </a:r>
          </a:p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HashRouter для простого развёртывания</a:t>
            </a:r>
          </a:p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Socket.IO client для realtime-событий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240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Node.js + Express</a:t>
            </a:r>
          </a:p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PostgreSQL + Prisma ORM</a:t>
            </a:r>
          </a:p>
          <a:p>
            <a:pPr>
              <a:spcAft>
                <a:spcPts val="800"/>
              </a:spcAft>
              <a:defRPr sz="1800">
                <a:solidFill>
                  <a:srgbClr val="F5F7FF"/>
                </a:solidFill>
              </a:defRPr>
            </a:pPr>
            <a:r>
              <a:t>Socket.IO + 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Клиент и сервер разделены на независимые модули `client` и `server`.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Сервер является единственным источником истины для комнаты, таймеров, баллов и результатов.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REST API используется для авторизации, кабинетов, CRUD квизов и загрузки изображений.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WebSocket через Socket.IO синхронизирует состояние комнаты между ведущим и игроками.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Основные сущности: User, Quiz, Question, AnswerOption, GameRoom, RoomParticipant, RoomAnswer.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Модель покрывает роли пользователей, запуск игровых комнат, ответы, подсчёт очков и историю.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Prisma используется для схемы БД, миграций и типобезопасного доступа к данным.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Ключевые экраны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Главная страница и экраны входа/регистрации.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Личный кабинет игрока с историей и быстрым входом в комнату.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Личный кабинет организатора, создание и редактирование викторины.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Комната ожидания, экран вопроса, экран результатов, финальный лидерборд.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Макеты интерфейса подготовлены в Figma.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Figma: https://www.figma.com/design/tlruEwSnrdCRjzwTCqDJTX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Сценарий демонстрации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1. Организатор входит в систему и открывает кабинет.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2. Создаёт или редактирует викторину и запускает комнату.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3. Игрок подключается по коду комнаты.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4. Организатор запускает игру, вопрос и таймер отображаются синхронно.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5. Ответы отправляются во время показа вопроса, лидерборд обновляется автоматически.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6. После завершения игры результат сохраняется в историю игрока и организатора.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Что реализовано технически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JWT-авторизация и разграничение прав доступа по ролям.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CRUD для викторин и загрузка изображений к вопросам.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Серверный таймер вопросов и серверный подсчёт очков.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Сохранение результатов и статистики в личных кабинетах.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Контейнерный запуск через Docker 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Проверка TypeScript для клиента и сервера.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Production-сборка обеих частей приложения.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Проверка сценариев через Docker на чистой базе данных.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Тестирование realtime-сценария в нескольких клиентских сессиях: организатор + игрок.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Проверка сохранения результатов и истории игр.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Получен работоспособный MVP, соответствующий основным требованиям ТЗ.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Проект демонстрирует полный цикл: создание квиза, запуск комнаты, прохождение игры, лидерборд и история.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Архитектура подходит для дальнейшего развития и деплоя.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Перспективы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Публичный деплой и настройка CI/CD.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Более гибкие правила проведения викторины и настройки раундов.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Расширенная аналитика и отчёты по проведённым играм.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Новые типы медиа-вопросов и режим командной игры.</a:t>
            </a:r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t>Восстановление пароля и дополнительные способы приглашения участников.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Материалы для сдачи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rPr dirty="0" err="1"/>
              <a:t>Репозиторий</a:t>
            </a:r>
            <a:r>
              <a:rPr dirty="0"/>
              <a:t>: </a:t>
            </a:r>
            <a:r>
              <a:rPr lang="en-US" sz="2100" dirty="0"/>
              <a:t>https://github.com/irf4n4ik/Quizzy</a:t>
            </a:r>
            <a:endParaRPr dirty="0"/>
          </a:p>
          <a:p>
            <a:pPr>
              <a:spcAft>
                <a:spcPts val="800"/>
              </a:spcAft>
              <a:defRPr sz="2100">
                <a:solidFill>
                  <a:srgbClr val="F5F7FF"/>
                </a:solidFill>
              </a:defRPr>
            </a:pPr>
            <a:r>
              <a:rPr dirty="0"/>
              <a:t>Figma: </a:t>
            </a:r>
            <a:r>
              <a:rPr dirty="0">
                <a:hlinkClick r:id="rId2"/>
              </a:rPr>
              <a:t>https://www.figma.com/design/tlruEwSnrdCRjzwTCqDJTX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FC6D6"/>
                </a:solidFill>
              </a:defRPr>
            </a:pPr>
            <a:r>
              <a:t>Quizzy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564</Words>
  <Application>Microsoft Office PowerPoint</Application>
  <PresentationFormat>Широкоэкранный</PresentationFormat>
  <Paragraphs>77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--- --</cp:lastModifiedBy>
  <cp:revision>4</cp:revision>
  <dcterms:created xsi:type="dcterms:W3CDTF">2013-01-27T09:14:16Z</dcterms:created>
  <dcterms:modified xsi:type="dcterms:W3CDTF">2026-03-14T18:36:47Z</dcterms:modified>
  <cp:category/>
</cp:coreProperties>
</file>